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89" r:id="rId4"/>
    <p:sldId id="278" r:id="rId5"/>
    <p:sldId id="279" r:id="rId6"/>
    <p:sldId id="280" r:id="rId7"/>
    <p:sldId id="281" r:id="rId8"/>
    <p:sldId id="282" r:id="rId9"/>
    <p:sldId id="290" r:id="rId10"/>
    <p:sldId id="283" r:id="rId11"/>
    <p:sldId id="284" r:id="rId12"/>
    <p:sldId id="285" r:id="rId13"/>
    <p:sldId id="287" r:id="rId14"/>
    <p:sldId id="288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-658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smtClean="0"/>
              <a:t>Clic pentru a edita stilul de subtitlu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3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5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57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5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1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1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11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2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imagin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6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26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5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90478-133C-46F1-90F4-8C4DA2D1FDEE}" type="datetimeFigureOut">
              <a:rPr lang="en-US" smtClean="0"/>
              <a:t>9/15/2022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17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dirty="0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Regression Models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516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Regression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The regression models help us forecast the time series values based on their relationship with external predictor </a:t>
            </a:r>
            <a:r>
              <a:rPr lang="en-US" dirty="0" smtClean="0"/>
              <a:t>variables.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These </a:t>
            </a:r>
            <a:r>
              <a:rPr lang="en-US" dirty="0"/>
              <a:t>models can capture both trend and seasonality. </a:t>
            </a:r>
          </a:p>
        </p:txBody>
      </p:sp>
    </p:spTree>
    <p:extLst>
      <p:ext uri="{BB962C8B-B14F-4D97-AF65-F5344CB8AC3E}">
        <p14:creationId xmlns:p14="http://schemas.microsoft.com/office/powerpoint/2010/main" val="1287778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Regression Models With Trend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21348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Regression models with trend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These models use two variables:</a:t>
            </a:r>
          </a:p>
          <a:p>
            <a:pPr marL="0" indent="0">
              <a:buNone/>
            </a:pPr>
            <a:endParaRPr lang="en-US" sz="2800" dirty="0"/>
          </a:p>
          <a:p>
            <a:pPr lvl="0"/>
            <a:r>
              <a:rPr lang="en-US" sz="2800" dirty="0"/>
              <a:t>a forecasted variable </a:t>
            </a:r>
            <a:r>
              <a:rPr lang="en-US" sz="2800" dirty="0" smtClean="0"/>
              <a:t>(dependent </a:t>
            </a:r>
            <a:r>
              <a:rPr lang="en-US" sz="2800" dirty="0"/>
              <a:t>variable), which consists of the time series </a:t>
            </a:r>
            <a:r>
              <a:rPr lang="en-US" sz="2800" dirty="0" smtClean="0"/>
              <a:t>values</a:t>
            </a:r>
            <a:endParaRPr lang="en-US" sz="2800" dirty="0"/>
          </a:p>
          <a:p>
            <a:pPr lvl="0"/>
            <a:r>
              <a:rPr lang="en-US" sz="2800" dirty="0"/>
              <a:t>a predictor (or independent variable), which consists of a time </a:t>
            </a:r>
            <a:r>
              <a:rPr lang="en-US" sz="2800" dirty="0" smtClean="0"/>
              <a:t>index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44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Regression models with trend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7243" y="1302974"/>
            <a:ext cx="3569513" cy="3188426"/>
          </a:xfrm>
        </p:spPr>
      </p:pic>
    </p:spTree>
    <p:extLst>
      <p:ext uri="{BB962C8B-B14F-4D97-AF65-F5344CB8AC3E}">
        <p14:creationId xmlns:p14="http://schemas.microsoft.com/office/powerpoint/2010/main" val="3679793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Regression models with trend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Linear trend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𝑡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523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Regression models with trend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Polynomial trend (quadratic or cubic)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𝑡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𝑡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en-US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772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Regression models with trend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Exponential trend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log</m:t>
                          </m:r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)=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𝑡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3411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Regression Models With Trend and Seasonality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28598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 smtClean="0"/>
              <a:t>Regression models with trend and seasonality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</a:t>
            </a:r>
            <a:r>
              <a:rPr lang="en-US" dirty="0" smtClean="0"/>
              <a:t>o </a:t>
            </a:r>
            <a:r>
              <a:rPr lang="en-US" dirty="0"/>
              <a:t>account for seasonality, we first create a categorical variable that represents the season for each value.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Next</a:t>
            </a:r>
            <a:r>
              <a:rPr lang="en-US" dirty="0"/>
              <a:t>, we convert this variable into a set of dummy variables. These variables will be our predictors.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57523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 smtClean="0"/>
              <a:t>Regression models with trend and seasonality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If </a:t>
            </a:r>
            <a:r>
              <a:rPr lang="en-US" dirty="0"/>
              <a:t>we have M seasonal periods in our series, we need M-1 dummy variables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/>
              <a:t>Each </a:t>
            </a:r>
            <a:r>
              <a:rPr lang="en-US" smtClean="0"/>
              <a:t>variable </a:t>
            </a:r>
            <a:r>
              <a:rPr lang="en-US" dirty="0"/>
              <a:t>is equal to 1 when the corresponding value falls </a:t>
            </a:r>
            <a:r>
              <a:rPr lang="en-US" dirty="0" smtClean="0"/>
              <a:t>into </a:t>
            </a:r>
            <a:r>
              <a:rPr lang="en-US" dirty="0"/>
              <a:t>that season and equal to zero otherwise.</a:t>
            </a:r>
          </a:p>
        </p:txBody>
      </p:sp>
    </p:spTree>
    <p:extLst>
      <p:ext uri="{BB962C8B-B14F-4D97-AF65-F5344CB8AC3E}">
        <p14:creationId xmlns:p14="http://schemas.microsoft.com/office/powerpoint/2010/main" val="3481710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 smtClean="0"/>
              <a:t>Regression models with trend and seasonality</a:t>
            </a:r>
            <a:endParaRPr lang="en-US" sz="3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</a:t>
            </a:r>
            <a:r>
              <a:rPr lang="en-US" dirty="0" smtClean="0"/>
              <a:t>example: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/>
              <a:t>if </a:t>
            </a:r>
            <a:r>
              <a:rPr lang="en-US" dirty="0"/>
              <a:t>we have a seasonal cycle of 12 </a:t>
            </a:r>
            <a:r>
              <a:rPr lang="en-US" dirty="0" smtClean="0"/>
              <a:t>months, </a:t>
            </a:r>
            <a:r>
              <a:rPr lang="en-US" dirty="0"/>
              <a:t>we create 11 </a:t>
            </a:r>
            <a:r>
              <a:rPr lang="en-US"/>
              <a:t>dummy </a:t>
            </a:r>
            <a:r>
              <a:rPr lang="en-US" smtClean="0"/>
              <a:t>variables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</a:t>
            </a:r>
            <a:r>
              <a:rPr lang="en-US" dirty="0" smtClean="0"/>
              <a:t>f </a:t>
            </a:r>
            <a:r>
              <a:rPr lang="en-US" dirty="0"/>
              <a:t>our cycle length </a:t>
            </a:r>
            <a:r>
              <a:rPr lang="en-US" dirty="0" smtClean="0"/>
              <a:t>is 7 days, we need 6 </a:t>
            </a:r>
            <a:r>
              <a:rPr lang="en-US" dirty="0"/>
              <a:t>dummy variables</a:t>
            </a:r>
          </a:p>
        </p:txBody>
      </p:sp>
    </p:spTree>
    <p:extLst>
      <p:ext uri="{BB962C8B-B14F-4D97-AF65-F5344CB8AC3E}">
        <p14:creationId xmlns:p14="http://schemas.microsoft.com/office/powerpoint/2010/main" val="3572871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 smtClean="0"/>
              <a:t>Regression models with trend and seasonality</a:t>
            </a:r>
            <a:endParaRPr lang="en-US" sz="34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789" y="1200150"/>
            <a:ext cx="6864421" cy="3394075"/>
          </a:xfrm>
        </p:spPr>
      </p:pic>
    </p:spTree>
    <p:extLst>
      <p:ext uri="{BB962C8B-B14F-4D97-AF65-F5344CB8AC3E}">
        <p14:creationId xmlns:p14="http://schemas.microsoft.com/office/powerpoint/2010/main" val="1620149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400" dirty="0" smtClean="0"/>
              <a:t>Regression models with trend and seasonality</a:t>
            </a:r>
            <a:endParaRPr lang="en-US" sz="3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Our </a:t>
                </a:r>
                <a:r>
                  <a:rPr lang="en-US" dirty="0"/>
                  <a:t>regression </a:t>
                </a:r>
                <a:r>
                  <a:rPr lang="en-US" dirty="0" smtClean="0"/>
                  <a:t>equation: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𝑡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 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1124072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</TotalTime>
  <Words>392</Words>
  <Application>Microsoft Office PowerPoint</Application>
  <PresentationFormat>On-screen Show (16:9)</PresentationFormat>
  <Paragraphs>49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Temă Office</vt:lpstr>
      <vt:lpstr>Regression Models</vt:lpstr>
      <vt:lpstr>Regression models</vt:lpstr>
      <vt:lpstr>Regression Models With Trend</vt:lpstr>
      <vt:lpstr>Regression models with trend</vt:lpstr>
      <vt:lpstr>Regression models with trend</vt:lpstr>
      <vt:lpstr>Regression models with trend</vt:lpstr>
      <vt:lpstr>Regression models with trend</vt:lpstr>
      <vt:lpstr>Regression models with trend</vt:lpstr>
      <vt:lpstr>Regression Models With Trend and Seasonality</vt:lpstr>
      <vt:lpstr>Regression models with trend and seasonality</vt:lpstr>
      <vt:lpstr>Regression models with trend and seasonality</vt:lpstr>
      <vt:lpstr>Regression models with trend and seasonality</vt:lpstr>
      <vt:lpstr>Regression models with trend and seasonality</vt:lpstr>
      <vt:lpstr>Regression models with trend and seasonality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bogdan</dc:creator>
  <cp:lastModifiedBy>bogdan</cp:lastModifiedBy>
  <cp:revision>140</cp:revision>
  <dcterms:created xsi:type="dcterms:W3CDTF">2014-10-10T10:38:27Z</dcterms:created>
  <dcterms:modified xsi:type="dcterms:W3CDTF">2022-09-15T06:03:56Z</dcterms:modified>
</cp:coreProperties>
</file>